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D4BF"/>
              </a:solidFill>
              <a:effectLst/>
            </c:spPr>
          </c:dPt>
          <c:dPt>
            <c:idx val="1"/>
            <c:bubble3D val="0"/>
            <c:spPr>
              <a:solidFill>
                <a:srgbClr val="3B4E7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Loyal</c:v>
                  </c:pt>
                  <c:pt idx="1">
                    <c:v>Returning</c:v>
                  </c:pt>
                  <c:pt idx="2">
                    <c:v>New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3D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1AA6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Analysis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insights from 3,900 purchases to guide strategic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marketing decisions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MySQL  ·  Power BI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retail transactions table covering demographics, purchase details, and shopping behavior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transaction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2331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389120" y="3429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behavior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20116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2440" y="2331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092440" y="3429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review_rating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5532120"/>
            <a:ext cx="10789920" cy="685800"/>
          </a:xfrm>
          <a:prstGeom prst="roundRect">
            <a:avLst>
              <a:gd name="adj" fmla="val 16000"/>
            </a:avLst>
          </a:prstGeom>
          <a:solidFill>
            <a:srgbClr val="17253F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6235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span customer demographics (age, gender, location, subscription status), purchase details (item, category, amount, season), and behavior signals (discount usage, review rating, shipping type, purchase frequency).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Process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feature engineering performed in Python before loading into MySQL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DD4BF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157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1363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the raw CSV dataset using pandas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9456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7157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Exploration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1363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structure with df.info() and df.describe()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96596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9456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27157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Handling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31363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review_rating using each category's median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16052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38912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89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9103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Standardization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53309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all columns to snake_case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416052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38912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389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17720" y="49103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53309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and purchase_frequency_days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92440" y="416052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38912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389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21040" y="49103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Integration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21040" y="53309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cleaned data into MySQL via SQLAlchemy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Gender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85800" y="1371600"/>
          <a:ext cx="5120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72200" y="15544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92240" y="2194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 roughly 2x the total revenue of female customers — $157,890 vs $75,191 across the dataset.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72200" y="379476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17253F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Takeaway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92240" y="44348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male customers drive the larger revenue share, campaigns aimed at increasing basket size or frequency among female customers represent an untapped growth lever.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Discount Users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used a discount but still spent above the average purchase amount ($59.76)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4688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839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85800" y="3611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matched this profile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88720" y="4251960"/>
            <a:ext cx="4114800" cy="0"/>
          </a:xfrm>
          <a:prstGeom prst="line">
            <a:avLst/>
          </a:prstGeom>
          <a:noFill/>
          <a:ln w="12700">
            <a:solidFill>
              <a:srgbClr val="2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5262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“smart shoppers” actively use discounts as part of their strategy while remaining above-average spenders — they are not price-driven at the expense of basket size.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Shoppers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606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spenders who use discounts to maximize value, not to justify a purchase they wouldn't otherwise make.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4069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17253F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Opportunity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4709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 segment for early access to sales, loyalty perks, or bundle offers that protect margin.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Top-Rated Products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review rating across all purchased items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avg rating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3886200"/>
            <a:ext cx="1371600" cy="0"/>
          </a:xfrm>
          <a:prstGeom prst="line">
            <a:avLst/>
          </a:prstGeom>
          <a:noFill/>
          <a:ln w="1270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6080" y="210312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697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92608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avg rating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3886200"/>
            <a:ext cx="1371600" cy="0"/>
          </a:xfrm>
          <a:prstGeom prst="line">
            <a:avLst/>
          </a:prstGeom>
          <a:noFill/>
          <a:ln w="1270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66360" y="210312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6636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2697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3.82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16636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avg rating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3886200"/>
            <a:ext cx="1371600" cy="0"/>
          </a:xfrm>
          <a:prstGeom prst="line">
            <a:avLst/>
          </a:prstGeom>
          <a:noFill/>
          <a:ln w="1270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06640" y="210312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0664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2697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3.80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40664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avg rating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26680" y="3886200"/>
            <a:ext cx="1371600" cy="0"/>
          </a:xfrm>
          <a:prstGeom prst="line">
            <a:avLst/>
          </a:prstGeom>
          <a:noFill/>
          <a:ln w="1270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46920" y="210312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4692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46920" y="2697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3.78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964692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avg rating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966960" y="3886200"/>
            <a:ext cx="1371600" cy="0"/>
          </a:xfrm>
          <a:prstGeom prst="line">
            <a:avLst/>
          </a:prstGeom>
          <a:noFill/>
          <a:ln w="1270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4692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" y="5852160"/>
            <a:ext cx="10789920" cy="548640"/>
          </a:xfrm>
          <a:prstGeom prst="roundRect">
            <a:avLst>
              <a:gd name="adj" fmla="val 20000"/>
            </a:avLst>
          </a:prstGeom>
          <a:solidFill>
            <a:srgbClr val="17253F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591616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cluster tightly between 3.78 and 3.86 — no product is dramatically outperforming, suggesting consistent quality perception across categories.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Preferences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 by shipping method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$60.48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85800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17253F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Shipping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6974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$58.46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6309360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5532120"/>
            <a:ext cx="10744200" cy="777240"/>
          </a:xfrm>
          <a:prstGeom prst="roundRect">
            <a:avLst>
              <a:gd name="adj" fmla="val 14118"/>
            </a:avLst>
          </a:prstGeom>
          <a:solidFill>
            <a:srgbClr val="17253F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605272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Express-shipping customers spend about 3.5% more per transaction on average than Standard-shipping customers — a small but consistent premium.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vs. non-subscribers — spend, revenue share, and base size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77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customer base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2377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$59.49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Spend (Subscribers)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$59.87 non-subscribers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201168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2440" y="2377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7532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$62,645 of total revenue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10744200" cy="1051560"/>
          </a:xfrm>
          <a:prstGeom prst="roundRect">
            <a:avLst>
              <a:gd name="adj" fmla="val 10435"/>
            </a:avLst>
          </a:prstGeom>
          <a:solidFill>
            <a:srgbClr val="17253F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3492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spend almost the same per transaction as non-subscribers, but represent a much smaller share of both customers and revenue — growing the subscriber base, not just retaining it, is the bigger lever.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by number of previous purchases: New (1), Returning (2–10), Loyal (11+)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737360"/>
          <a:ext cx="64922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73736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26680" y="1901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— 3,116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26680" y="22860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customers are already Loyal (11+ purchases) — an unusually retention-heavy base.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452360" y="324612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17253F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26680" y="3410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— 701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26680" y="3794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are building a habit; the natural target for nudging into Loyal status.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52360" y="475488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17253F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26680" y="49194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83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26680" y="5303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2% are first-time buyers — acquisition, not just retention, needs attention.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 based on the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D4BF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2402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Subscriber 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74320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spend on par with non-subscribers but are only 27% of customers — promote exclusive perks to convert more shoppers.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7253F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2402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Loyal Segment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74320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customers are already Loyal; reward programs should focus on retention, not just acquisition.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20624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B2A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480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4805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Discount Strategy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98348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customers spend above-average even while using discounts — target them with value-based offers, not blanket markdowns.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7253F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480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44805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Gender Revenue Gap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498348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 ~2x female revenue — tailor campaigns to lift engagement and basket size among female shoppers.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2026-09-03T17:49:45Z</dcterms:created>
  <dcterms:modified xsi:type="dcterms:W3CDTF">2026-09-03T17:49:45Z</dcterms:modified>
</cp:coreProperties>
</file>